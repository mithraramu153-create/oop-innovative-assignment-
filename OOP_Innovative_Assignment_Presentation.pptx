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OOP Innovative Assignment-I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MITHRA | Batch 20</a:t>
            </a:r>
          </a:p>
          <a:p>
            <a:pPr>
              <a:spcAft>
                <a:spcPts val="1200"/>
              </a:spcAft>
              <a:defRPr sz="2200"/>
            </a:pPr>
            <a:r>
              <a:t>25HCS32T Object Oriented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Assignment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Problem A – Bulk Order calculation</a:t>
            </a:r>
          </a:p>
          <a:p>
            <a:pPr>
              <a:spcAft>
                <a:spcPts val="1200"/>
              </a:spcAft>
              <a:defRPr sz="2200"/>
            </a:pPr>
            <a:r>
              <a:t>Problem B – Trackable ShippedOrder</a:t>
            </a:r>
          </a:p>
          <a:p>
            <a:pPr>
              <a:spcAft>
                <a:spcPts val="1200"/>
              </a:spcAft>
              <a:defRPr sz="2200"/>
            </a:pPr>
            <a:r>
              <a:t>Problem C – NegativeArraySizeException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Problem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Order class with orderId and amount</a:t>
            </a:r>
          </a:p>
          <a:p>
            <a:pPr>
              <a:spcAft>
                <a:spcPts val="1200"/>
              </a:spcAft>
              <a:defRPr sz="2200"/>
            </a:pPr>
            <a:r>
              <a:t>BulkOrder adds discountRate</a:t>
            </a:r>
          </a:p>
          <a:p>
            <a:pPr>
              <a:spcAft>
                <a:spcPts val="1200"/>
              </a:spcAft>
              <a:defRPr sz="2200"/>
            </a:pPr>
            <a:r>
              <a:t>calculateTotal() is overridden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Order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Fields: orderId, amount</a:t>
            </a:r>
          </a:p>
          <a:p>
            <a:pPr>
              <a:spcAft>
                <a:spcPts val="1200"/>
              </a:spcAft>
              <a:defRPr sz="2200"/>
            </a:pPr>
            <a:r>
              <a:t>Constructor initializes both values</a:t>
            </a:r>
          </a:p>
          <a:p>
            <a:pPr>
              <a:spcAft>
                <a:spcPts val="1200"/>
              </a:spcAft>
              <a:defRPr sz="2200"/>
            </a:pPr>
            <a:r>
              <a:t>calculateTotal() returns amount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BulkOrder &amp; 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BulkOrder extends Order</a:t>
            </a:r>
          </a:p>
          <a:p>
            <a:pPr>
              <a:spcAft>
                <a:spcPts val="1200"/>
              </a:spcAft>
              <a:defRPr sz="2200"/>
            </a:pPr>
            <a:r>
              <a:t>Adds discountRate</a:t>
            </a:r>
          </a:p>
          <a:p>
            <a:pPr>
              <a:spcAft>
                <a:spcPts val="1200"/>
              </a:spcAft>
              <a:defRPr sz="2200"/>
            </a:pPr>
            <a:r>
              <a:t>Reuses parent class data and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Constructor &amp; super()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BulkOrder constructor calls super(orderId, amount)</a:t>
            </a:r>
          </a:p>
          <a:p>
            <a:pPr>
              <a:spcAft>
                <a:spcPts val="1200"/>
              </a:spcAft>
              <a:defRPr sz="2200"/>
            </a:pPr>
            <a:r>
              <a:t>This initializes inherited Order fields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Overriding &amp; Discount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Override calculateTotal()</a:t>
            </a:r>
          </a:p>
          <a:p>
            <a:pPr>
              <a:spcAft>
                <a:spcPts val="1200"/>
              </a:spcAft>
              <a:defRPr sz="2200"/>
            </a:pPr>
            <a:r>
              <a:t>Discount = amount × rate / 100</a:t>
            </a:r>
          </a:p>
          <a:p>
            <a:pPr>
              <a:spcAft>
                <a:spcPts val="1200"/>
              </a:spcAft>
              <a:defRPr sz="2200"/>
            </a:pPr>
            <a:r>
              <a:t>Final Total = amount − discount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Problem A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Order ID: 101</a:t>
            </a:r>
          </a:p>
          <a:p>
            <a:pPr>
              <a:spcAft>
                <a:spcPts val="1200"/>
              </a:spcAft>
              <a:defRPr sz="2200"/>
            </a:pPr>
            <a:r>
              <a:t>Order Amount: ₹10000.0</a:t>
            </a:r>
          </a:p>
          <a:p>
            <a:pPr>
              <a:spcAft>
                <a:spcPts val="1200"/>
              </a:spcAft>
              <a:defRPr sz="2200"/>
            </a:pPr>
            <a:r>
              <a:t>Discount Rate: 10.0%</a:t>
            </a:r>
          </a:p>
          <a:p>
            <a:pPr>
              <a:spcAft>
                <a:spcPts val="1200"/>
              </a:spcAft>
              <a:defRPr sz="2200"/>
            </a:pPr>
            <a:r>
              <a:t>Final Total: ₹9000.0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Problem B –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Trackable interface contains trackStatus()</a:t>
            </a:r>
          </a:p>
          <a:p>
            <a:pPr>
              <a:spcAft>
                <a:spcPts val="1200"/>
              </a:spcAft>
              <a:defRPr sz="2200"/>
            </a:pPr>
            <a:r>
              <a:t>ShippedOrder implements Trackable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Problem B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Create ShippedOrder object</a:t>
            </a:r>
          </a:p>
          <a:p>
            <a:pPr>
              <a:spcAft>
                <a:spcPts val="1200"/>
              </a:spcAft>
              <a:defRPr sz="2200"/>
            </a:pPr>
            <a:r>
              <a:t>Call trackStatus()</a:t>
            </a:r>
          </a:p>
          <a:p>
            <a:pPr>
              <a:spcAft>
                <a:spcPts val="1200"/>
              </a:spcAft>
              <a:defRPr sz="2200"/>
            </a:pPr>
            <a:r>
              <a:t>Output: Order Status: Shipped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Problem C – 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Create an order-items array with negative size</a:t>
            </a:r>
          </a:p>
          <a:p>
            <a:pPr>
              <a:spcAft>
                <a:spcPts val="1200"/>
              </a:spcAft>
              <a:defRPr sz="2200"/>
            </a:pPr>
            <a:r>
              <a:t>NegativeArraySizeException occurs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Problem C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try block attempts array creation</a:t>
            </a:r>
          </a:p>
          <a:p>
            <a:pPr>
              <a:spcAft>
                <a:spcPts val="1200"/>
              </a:spcAft>
              <a:defRPr sz="2200"/>
            </a:pPr>
            <a:r>
              <a:t>catch handles NegativeArraySizeException</a:t>
            </a:r>
          </a:p>
          <a:p>
            <a:pPr>
              <a:spcAft>
                <a:spcPts val="1200"/>
              </a:spcAft>
              <a:defRPr sz="2200"/>
            </a:pPr>
            <a:r>
              <a:t>Output: Exception handled: Negative array size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OOP Concepts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Classes • Objects • Constructors</a:t>
            </a:r>
          </a:p>
          <a:p>
            <a:pPr>
              <a:spcAft>
                <a:spcPts val="1200"/>
              </a:spcAft>
              <a:defRPr sz="2200"/>
            </a:pPr>
            <a:r>
              <a:t>Inheritance • super() • Method overriding</a:t>
            </a:r>
          </a:p>
          <a:p>
            <a:pPr>
              <a:spcAft>
                <a:spcPts val="1200"/>
              </a:spcAft>
              <a:defRPr sz="2200"/>
            </a:pPr>
            <a:r>
              <a:t>Interfaces • Exception handling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The three programs demonstrate practical Java OOP concepts in simple e-commerce examples.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MITHRA</a:t>
            </a:r>
          </a:p>
          <a:p>
            <a:pPr>
              <a:spcAft>
                <a:spcPts val="1200"/>
              </a:spcAft>
              <a:defRPr sz="2200"/>
            </a:pPr>
            <a:r>
              <a:t>Batch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